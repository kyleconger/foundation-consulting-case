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APPENDIX  ·  EH&amp;B — BROKER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Broker place-or-enroll authority is still blank — one counsel memo is the cheapest 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11201400" cy="155448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B26A00"/>
                </a:solidFill>
                <a:latin typeface="Calibri"/>
                <a:ea typeface="Calibri"/>
                <a:cs typeface="Calibri"/>
              </a:rPr>
              <a:t>CHEAPEST KILL  ·  M10  ·  UNVERIFIED  ·  CHEAP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In the pilot states, may the insurance brokerage firm place or enroll Spectrum residential Internet as an employer benefit — or is that legally blocked so the broker can only refer?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08356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One counsel memo. If the answer is no and no compliant referral/enrollment design survives, stop before footprint matching, take-up pilots, or contribution math. If yes only as referral, redesign the channel before sizing broker economics as if they were the seller.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37560"/>
            <a:ext cx="36423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56432"/>
            <a:ext cx="341376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IF COUNSEL SAYS 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3413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May place or enroll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34137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The brokerage firm may place or enroll Spectrum residential Internet as an employer benefit. The channel stays eligible for the later gates.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40" y="3337560"/>
            <a:ext cx="36423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9600" y="3456432"/>
            <a:ext cx="341376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IF YES ONLY AS REFERRAL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9600" y="3657600"/>
            <a:ext cx="3413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May only refer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0" y="3977640"/>
            <a:ext cx="34137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Redesign the channel before sizing broker economics as if they were the seller.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3337560"/>
            <a:ext cx="36423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9120" y="3456432"/>
            <a:ext cx="341376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IF NO DESIGN SURVIVES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9120" y="3657600"/>
            <a:ext cx="3413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9120" y="3977640"/>
            <a:ext cx="34137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If the answer is no and no compliant referral or enrollment design survives, stop before footprint matching, take-up pilots, or contribution math.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120640"/>
            <a:ext cx="1120140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9429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Contract for the memo.  </a:t>
            </a:r>
            <a:r>
              <a:rPr sz="1300" b="0" i="0">
                <a:solidFill>
                  <a:srgbClr val="DCE9F7"/>
                </a:solidFill>
                <a:latin typeface="Calibri"/>
                <a:ea typeface="Calibri"/>
                <a:cs typeface="Calibri"/>
              </a:rPr>
              <a:t>Pass or fail by pilot state — not a percent. Document carrier-of-record versus broker-of-record. “Brokers sell benefits” is not permission to sell telecom. This draft has not researched the answer.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Source: Brokerage Metrics.pdf, cheapest-kill block; MASTER.xlsx Brok-Notes (Cheapest kill question, Kill follow-up) and Brok-Core M10. Authority unverified — not asserted.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APPENDIX  ·  EH&amp;B — CORE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Eight core gates are blank — four cheap checks come before footprint, take-up, or net adds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15440"/>
            <a:ext cx="11201400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15440"/>
            <a:ext cx="642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4360" y="1615440"/>
            <a:ext cx="278892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0440" y="1615440"/>
            <a:ext cx="4162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Decision it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0440" y="1615440"/>
            <a:ext cx="1212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0440" y="1615440"/>
            <a:ext cx="942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30440" y="1615440"/>
            <a:ext cx="62816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2912"/>
            <a:ext cx="11201400" cy="4572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62912"/>
            <a:ext cx="6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4360" y="196291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Broker authority to place the product (unverified)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440" y="1962912"/>
            <a:ext cx="416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Whether the broker channel is even allowed to sell or place residential internet as a benefit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0440" y="1962912"/>
            <a:ext cx="121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26A00"/>
                </a:solidFill>
                <a:latin typeface="Calibri"/>
                <a:ea typeface="Calibri"/>
                <a:cs typeface="Calibri"/>
              </a:rPr>
              <a:t>Unverified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0440" y="1962912"/>
            <a:ext cx="9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Cheap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30440" y="1962912"/>
            <a:ext cx="6281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20112"/>
            <a:ext cx="11201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420112"/>
            <a:ext cx="6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4360" y="242011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Benefits-admin provisioning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0440" y="2420112"/>
            <a:ext cx="416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Whether enrollment can open an ISP account without a second, broken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0440" y="2420112"/>
            <a:ext cx="121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Must pull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0440" y="2420112"/>
            <a:ext cx="9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Cheap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30440" y="2420112"/>
            <a:ext cx="6281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877312"/>
            <a:ext cx="11201400" cy="4572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877312"/>
            <a:ext cx="6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4360" y="287731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Broker-placed covered lives in Spectrum states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0440" y="2877312"/>
            <a:ext cx="416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Whether a broker book even reaches employers Charter could serve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0440" y="2877312"/>
            <a:ext cx="121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Must pull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0440" y="2877312"/>
            <a:ext cx="9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Cheap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30440" y="2877312"/>
            <a:ext cx="6281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334512"/>
            <a:ext cx="11201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334512"/>
            <a:ext cx="6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4360" y="333451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Large-broker concentration of that 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00440" y="3334512"/>
            <a:ext cx="416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Whether a few national brokers can move volume or the channel is fragmented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00440" y="3334512"/>
            <a:ext cx="121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Must pull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0440" y="3334512"/>
            <a:ext cx="9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Cheap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30440" y="3334512"/>
            <a:ext cx="6281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791712"/>
            <a:ext cx="11201400" cy="4572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791712"/>
            <a:ext cx="6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4360" y="379171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Serviceable-home share of enrolled employees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0440" y="3791712"/>
            <a:ext cx="416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Whether Spectrum can actually fulfill the benefit at the employee’s address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0440" y="3791712"/>
            <a:ext cx="121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Must pull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0440" y="3791712"/>
            <a:ext cx="9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Expensive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30440" y="3791712"/>
            <a:ext cx="6281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248912"/>
            <a:ext cx="11201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248912"/>
            <a:ext cx="6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4360" y="424891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Already-adequate broadband among serviceable homes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00440" y="4248912"/>
            <a:ext cx="416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Whether the offering meets an unserved need or only discounts a line the household already buys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00440" y="4248912"/>
            <a:ext cx="121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Must pull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0440" y="4248912"/>
            <a:ext cx="9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Moderate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30440" y="4248912"/>
            <a:ext cx="6281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706112"/>
            <a:ext cx="11201400" cy="4572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4706112"/>
            <a:ext cx="6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74360" y="470611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Payor model and enrollment take-up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00440" y="4706112"/>
            <a:ext cx="416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Whether employers and employees will treat home internet as a benefit people actually elect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0440" y="4706112"/>
            <a:ext cx="121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Must pull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0440" y="4706112"/>
            <a:ext cx="9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Expensive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30440" y="4706112"/>
            <a:ext cx="6281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163312"/>
            <a:ext cx="11201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5163312"/>
            <a:ext cx="6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M13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4360" y="516331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Net new residential Internet accounts from the channel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00440" y="5163312"/>
            <a:ext cx="416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Whether Charter’s Internet print moves, not just gross benefit enrollments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00440" y="5163312"/>
            <a:ext cx="121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Must pull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50440" y="5163312"/>
            <a:ext cx="942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Expensive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30440" y="5163312"/>
            <a:ext cx="6281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666232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Value cells are blank in Brok-Core. Do not fill them with take-up, commissions, or a serviceable-home percent. Later, not on this slide: M3, M7, M8, M11, M14, M15, M16. In-hand SUSB and work-from-home rates on Brok-InHand describe the labor market, not these gates.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Source: Brokerage Metrics.pdf, forced cut; MASTER.xlsx Brok-Core M10, M12, M1, M2, M5, M6, M9, M13. Brok-Later and Brok-InHand are excluded from the table. All values intentionally blank.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EH&amp;B Appendix — Brokerage Metrics</dc:title>
  <dc:subject>Appendix slides copied from the brokerage metric register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