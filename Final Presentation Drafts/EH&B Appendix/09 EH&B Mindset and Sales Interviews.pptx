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HOW BENEFITS WERE SOLD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Brokers moved EH&amp;B from a cost to manage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into an investment in whether employees can perform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Source: Kyle’s note. Dates are approximate industry context from Kyle’s note, not a verified chronology for one 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A9.1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45436"/>
            <a:ext cx="2665476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Late 1990s–early 2000s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95244"/>
            <a:ext cx="2665476" cy="189280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3241548"/>
            <a:ext cx="2372868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Advisers connected employee health to absenteeism, disability costs, and lost productivity, not only insurance spend.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2988" y="2345436"/>
            <a:ext cx="2665476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Mid-to-late 2000s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3095244"/>
            <a:ext cx="2665476" cy="189280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9292" y="3241548"/>
            <a:ext cx="2372868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Wellness, disease management, and health-data analytics treated benefits as an investment in workforce performance.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3056" y="2345436"/>
            <a:ext cx="2665476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2010s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3095244"/>
            <a:ext cx="2665476" cy="189280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1548"/>
            <a:ext cx="2372868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Major brokerages positioned EH&amp;B around engagement, retention, and organizational performance. The buyer moved from benefits procurement toward HR, finance, and executives.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3124" y="2345436"/>
            <a:ext cx="2665476" cy="4572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2020 onward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3124" y="3095244"/>
            <a:ext cx="2665476" cy="1892808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635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9428" y="3241548"/>
            <a:ext cx="2372868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COVID accelerated mental health, workforce resilience, and benefits as a strategic tool.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53362" y="2880360"/>
            <a:ext cx="8654796" cy="27432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53362" y="2811780"/>
            <a:ext cx="164592" cy="164592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83430" y="2811780"/>
            <a:ext cx="164592" cy="164592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13498" y="2811780"/>
            <a:ext cx="164592" cy="164592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3566" y="2811780"/>
            <a:ext cx="164592" cy="164592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 ·  INFORMAL INTERVIEWS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Buyers stay for a price they can see for years;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Spectrum’s quality story loses to the jump after month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Source: Informal interviews with third-party salespeople, 2026 — not a filing or a survey.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46520"/>
            <a:ext cx="5943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A9.2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Xfinity’s offer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89888"/>
            <a:ext cx="8366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Xfinity offers a </a:t>
            </a:r>
            <a:r>
              <a:rPr sz="1400" b="1" i="0">
                <a:solidFill>
                  <a:srgbClr val="0072CE"/>
                </a:solidFill>
                <a:latin typeface="Calibri"/>
              </a:rPr>
              <a:t>5-year price lock, unlimited for that period.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0822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33956"/>
            <a:ext cx="26060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Quality vs. the jump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933956"/>
            <a:ext cx="83667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Buyers the interviewee talks to believe Spectrum’s service quality is better than Xfinity. Spectrum has fewer usage fees and mostly unlimited data. </a:t>
            </a:r>
            <a:r>
              <a:rPr sz="1400" b="1" i="0">
                <a:solidFill>
                  <a:srgbClr val="0072CE"/>
                </a:solidFill>
                <a:latin typeface="Calibri"/>
              </a:rPr>
              <a:t>Little reason to stay past 12 months, because the price jumps.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548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Price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871216"/>
            <a:ext cx="8366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Buyers are extremely price sensitive and also want reliability. Charter’s weakness in this account is price raises, which give Xfinity five years to raise the cost of switching.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5414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7987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What buyers ask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579876"/>
            <a:ext cx="8366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Longer price guarantees, fewer jumps off the promo price, a clearer monthly cost, and lower switching costs — transparency that holds up over time.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6280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8853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Fiber is rare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288536"/>
            <a:ext cx="8366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Xfinity fiber is rare and scattered. Non-fiber service, as the salesperson explains it, is shared with the next-door neighbor, which slows the line at busy hours.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7146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97196"/>
            <a:ext cx="26060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Servicing the client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997196"/>
            <a:ext cx="8366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Spectrum wins by being able to service the client. Rural quality falls off more than urban quality because maintenance lags, so wildlife, storms, and corrosion hit harder.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80126"/>
            <a:ext cx="11155680" cy="9144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05856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East Coast · interviewee’s claim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705856"/>
            <a:ext cx="8366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Xfinity’s HOA and government deals helped Xfinity’s East Coast position.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EH&amp;B mindset and sales interviews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