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in one breath: our diagnostic proved nobody — including Charter's own filings — can say which competitor is taking the subscribers. So we are not recommending a guess. We are recommending the sensor plus a battle plan for every answer it can return, pre-committed so the market's surprise machine has less to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'isn't this just analysis?': the analysis takes two quarters and is table stakes. The recommendation is the pre-commitment architecture around it — triggers, budgets, and kill conditions authorized in advance, which is an organizational change, not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C is what connects this to the share price rather than just operations — anticipate the 'how does a tracker move the stock' question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step 3 if challenged — it applies O'Donnell's own call-center triage-code story: sample and audit coded fields against measured reality rather than trusting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challenged on 40/25: arbitrary-but-stated beats unstated. The thresholds are calibrated so a cohort matching the fiber-overlap share (~27%) registers as meaningful; client data can re-tune them before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2's kill condition is the honest one: if a parity product still loses, the problem is not the network and no capex fixes it. The fallback (harvest) is uncomfortable — that is why it must be pre-committed rather than debated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4 is the one management commentary already gestures at (housing slowdown) without evidence. The tracker either proves it — which is disclosure gold — or disproves it, which re-routes the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6 is the completeness argument — it makes the playbook MECE over outcomes and answers 'what if the data disappoints.' It also creates the bridge to the team's other two recommendation tracks.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Leave-behind exhibit. If the CEO reads one page, it is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governance spine is the answer to 'what would it take': named owners, ratified thresholds, budgets attached to triggers, kill conditions that cannot be renegotiated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Owning the three failure modes preempts the hardest Q&amp;A. The two-consecutive-quarter rule for full-scale commitment is the safety interlock on pre-commitment.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pitch line, then the three asks. Recommendations 2 and 3 slot in as siblings; Scenario 6's default track is the natural bridge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FOR THE OFFICE OF THE CEO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attacker. Pre-commit the response.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churn-attribution engine that classifies every loss by competitive cause within two quarters —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to a pre-committed playbook with triggers, budgets, proof metrics, and kill conditions for every answer it can return.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69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study.  </a:t>
            </a:r>
            <a:pPr indent="0" marL="0">
              <a:buNone/>
            </a:pPr>
            <a:r>
              <a:rPr lang="en-US" sz="14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system: the tracker is the sensor; the playbook is the pre-authorized set of moves it triggers.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0072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·  Josh · Kishore · Justin · Kyle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86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6930 · Foundations of Consulting ·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WHY THIS — THE ATTRIBUTION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name the attacker — and the CEO charge leaves no room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guess wrong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KNOWN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fiber overlaps ~27% of footprint at 100 Mbps+; Verizon ~16% (FY2025 10-K)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 (T-Mobile/Verizon) keeps winning price-sensitive subscribers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satellite (Starlink; Kuiper next) wins by default where wireline is absent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turnover is frozen — the industry counts on moves for gross adds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subsidized footprint is growing (+41k Q1, +47k Q2 relationships)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FBECEE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NOBODY KNOWS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317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the −120k/quarter comes from each cause. </a:t>
            </a:r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Fiber, FWA, satellite, housing, and price sensitivity are jointly unidentified — no DMA or overlap split exists in any filing, and management's “competitive environment” language is interpretation, not measurement.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840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</a:t>
            </a:r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defense (convergence pricing, network re-sequencing, rural acceleration) is expensive and targets a different attacker. Choosing before measuring bets the whole ~8-quarter window on a coin flip.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4807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move:  </a:t>
            </a:r>
            <a:pPr indent="0" marL="0">
              <a:buNone/>
            </a:pPr>
            <a:r>
              <a:rPr lang="en-US" sz="14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attribution gap in two quarters with data Charter already has — and pre-commit the response to every possible answer, so identification converts to action with zero deliberation lag.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10-K (overlap, housing commentary); Q1/Q2 2026 releases (rural). Diagnostic basis: team event study and issue tree, Check-in #2.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THE 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sensor, one pre-committed playbook — and a market-facing layer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converts both into multiple support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2F6FB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 — THE SENSOR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4086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Churn-attribution engine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99232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disconnect (and every gross add) by competitive exposure at the address level: fiber-overbuilt / FWA-covered / satellite-only / uncontested — plus tenure, ARPU tier, and measured exit reason. Built from data that already exists (next slide). First full read: two quarters.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2F6FB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057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 — THE PLAYBOOK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4086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Pre-committed if-then responses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99232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scenarios, each specified in advance: trigger threshold → lead play → economics gate → proof metric → kill condition → fallback. Budgets pre-authorized; review dates pre-registered. Identification converts to action in the same quarter — no second study, no committee lag.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8745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2F6FB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057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 — THE MARKET LAYER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34086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triggers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999232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event study showed the tape prices surprise and acceleration, not levels. Publishing the playbook's triggers and responses (investor day) is a surprise-reduction machine: every future print arrives pre-mapped to a known response, shrinking the uncertainty premium on the one variable the market prices.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34924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4589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clears the “out-of-the-box” bar:  </a:t>
            </a:r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 is pre-commitment — authorizing contingent moves before knowing which fires. That is a governance and disclosure change no competitor has made, not a bigger analytics budget.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COMPONENT A — BUILDING THE SENSOR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attribution gap is closable with data Charter already has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502920" cy="50292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exposure map — FCC Broadband Data Collection (public)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FCC's BDC publishes competitor serviceability location-by-location. Cross-reference Charter's ~29.5M internet subscribers and every disconnect against it → classify each address as fiber-overbuilt / FWA-covered / satellite-only / uncontested. No new instrumentation.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502920" cy="50292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974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disconnect records — join, don't rebuild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992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already holds tenure, ARPU tier, product mix, non-pay vs voluntary, and move-out flags per disconnect. Joining these to the exposure map yields the loss matrix: cause-cohort × customer-value cohort, refreshed monthly.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502920" cy="50292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576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exit signals — the triage-code lesson applied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5935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Agent-coded disconnect reasons are unreliable (agents have favorite codes). Replace with measured signals: statistically sampled and audited exit surveys, and port-out destination data where number portability reveals the winning competitor. Sample-audit the codes against reality every quarter.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690872"/>
            <a:ext cx="502920" cy="50292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177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do losses actually concentrate where exposure says?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91947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read tests the map itself: churn rates by exposure class vs the uncontested baseline. Uncontested churn is the control group every other cohort is measured against.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62356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time:  </a:t>
            </a:r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data-science/BI build on existing systems — low single-digit $M and live within one quarter; first full attribution read the quarter after.  </a:t>
            </a:r>
            <a:pPr indent="0" marL="0">
              <a:buNone/>
            </a:pPr>
            <a:r>
              <a:rPr lang="en-US" sz="120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[assumption — to size with client data]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COMPONENT B — DECISION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thresholds route the answer to a pre-authorized response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2F6FB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700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DRIVER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cause-cohort holds ≥40% of quarterly losses → trigger that scenario's lead play at scale, with its pre-authorized budget and pre-registered review date.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2F6FB"/>
          </a:solidFill>
          <a:ln w="19050">
            <a:solidFill>
              <a:srgbClr val="B26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965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700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PICTURE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71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cohorts in the band → run the top two plays as controlled experiments (treated vs untreated zones), scale whichever separates churn first. Spend caps until proof.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7830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2F6FB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965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6700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DRIVER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971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diffuse across cohorts → Scenario 6 fires: default to the change-what-the-market-prices track plus small experimental bets. The playbook produces a recommendation in every world — including the boring 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846320"/>
            <a:ext cx="11201400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9834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stated thresholds:  </a:t>
            </a:r>
            <a:pPr indent="0" marL="0">
              <a:buNone/>
            </a:pPr>
            <a:r>
              <a:rPr lang="en-US" sz="13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cut-offs are judgment calls, set in advance and owned. A stated threshold can be defended, revisited, and audited; an unstated one becomes whatever the loudest voice in the room wants after the data lands. Every play also carries its own kill condition — the playbook is falsifiable by design.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THE PLAYBOOK — SCENARIOS 1 &amp;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fixed wireless, price attacks; if it's fiber, the network answers first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 —  FWA-DRIVEN LOSSES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&gt;35–40% of losses map to FWA-covered addresses; skew low-tenure / low-ARPU; audited exit data cites price.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443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pricing attack: internet + unlimited mobile at/below T-Mobile Home Internet's price point, offered only in FWA-exposed zones; market on speed and capacity superiority.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GATE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discount must be &lt; churn-avoided LTV. Requires MVNO wholesale cost per line (data-pack ask). If the gate fails, the play “works” while destroying value — do not run it.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708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delta, treated vs untreated FWA zones, within 2 quarters — run as a pre-registered controlled experiment.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37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separation after 2 quarters, or bundle margin negative after CBRS-offload assumptions.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864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flanker tier/brand to defend the base without repricing it — or concede the segment and route the budget to Scenarios 2/6.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45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6459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 —  FIBER-DRIVEN LOSSES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3774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skew to AT&amp;T/Verizon/Frontier fiber DMAs; higher-ARPU customers leaving; exit data cites speed, reliability, or upload.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9443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Re-sequence network evolution by competitive exposure (not construction cost): DOCSIS 4.0 / high-split first where fiber overlaps; pair completed zones with symmetric-speed win-back campaigns.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6576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GATE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Re-sequencing premium vs LTV at risk in exposed DMAs; the end-2027 completion target is the binding constraint to test.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3708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Charter's cleanest natural experiment: churn in evolution-complete vs incomplete overbuilt zones.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937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product, continued losses — completed zones bleed at the same rate. Then fiber losses are brand/price-structural, not product.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4864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Harvest, don't chase: stop defending unwinnable zones at full cost, maximize cash from the remaining base — made legible to the market via the re-segmentation track.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THE PLAYBOOK — SCENARIOS 3 &amp;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satellite, outrun it to the premise; if it's housing, there's no attacker to fight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 —  LEO-SATELLITE-DRIVEN LOSSES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map to low-density census blocks where Starlink (and Kuiper next) is the only alternative.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443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rural subsidized build activation — penetrate new passings before satellite entrenches. Satellite is capacity-constrained: it wins by default where wireline is absent, not head-to-head.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GATE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already funded ($8B, &gt;$2B subsidies, “infrastructure-style returns”); the variable is activation pace vs BEAD/RDOF milestone penalties.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1596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rate on new rural passings vs vintage cohorts. Rural is already the one footprint growing: +41k Q1, +47k Q2 relationships.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194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on new passings falls below the underwriting curve.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3766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non-committed rural extensions; subsidy-committed builds continue regardless.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45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6459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  —  HOUSING-DRIVEN LOSSES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3774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adds down while churn-to-competitor is flat; disconnects cluster on move-outs with no replacement household; losses spread evenly across exposure classes.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03580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attacker to fight — shift spend from retention to mover capture: builder &amp; MDU partnerships (Community Solutions), instant-on self-install, win the connect when the move finally happens.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49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GATE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Mover-capture cost per connect vs standard acquisition cost; MDU deals underwritten building-by-building.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297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share of new move-ins inside the footprint; gross-add recovery as housing turnover normalizes.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846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Port-out destination data contradicts the macro story (losses were competitive after all) → re-route to Scenarios 1–2.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3949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scenario activates the market layer hardest: disclose losses by cohort so the multiple stops pricing macro softness as competitive share loss.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THE PLAYBOOK — SCENARIOS 5 &amp;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Non-pay churn gets a save-rate test; a null result is still an answer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  —  ECONOMIC / NON-PAY CHURN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skew to non-pay disconnects and downgrades; demographics echo the ACP-expiration cohort.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Retention-priced value tier with credit-friendly terms (deposit alternatives, seasonal pause options), offered at the point of delinquency.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661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GATE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Save-rate × retained margin vs discount cost + bad-debt exposure; note 60+ day delinquencies actually improved in FY2025 (~82k vs ~103k) — size this cohort before funding it.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Save-rate on treated delinquent accounts vs control; 6-month survival of saved accounts.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92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Save-rate economics below LTV threshold — then let it churn and stop subsidizing.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needed: this scenario is self-limiting by design.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459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6459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  —  NULL RESULT — NO DOMINANT DRIVER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3774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cause-cohort exceeds ~25–30% of losses; everything is nibbling at once. Plausibly the true state of the world — the playbook does not skip it.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03580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the change-what-the-market-prices track: re-segment disclosure (rural build vs mature core), steady-state post-2027 capex guidance, capital-regime shift — plus small controlled bets from Scenarios 1–3 run as experiments, not campaigns.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904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GATE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costs ~nothing; experiments are spend-capped.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36168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response to disclosure (does the market start pricing two businesses?); experiment read-outs feed the next attribution cycle.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9651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later quarter's read crosses a threshold → the matching scenario fires. Null is a state, not a verdict.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51383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 </a:t>
            </a:r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Scenario 6 is the system's floor: it guarantees a defensible recommendation in every world, including the boring one.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·  THE PLAYBOOK ON A PAGE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scenarios, six pre-committed responses, six kill conditions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201400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072" y="169164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169164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(signal)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39312" y="1691640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play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16952" y="1691640"/>
            <a:ext cx="4014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condition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11201400" cy="621792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6072" y="2075688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075688"/>
            <a:ext cx="2459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FWA-covered losses &gt;35–40%; low-tenure, price-cited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075688"/>
            <a:ext cx="3831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pricing attack in FWA zones (gated on MVNO unit economics)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2" y="2075688"/>
            <a:ext cx="4014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separation in 2 qtrs, or negative bundle margin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" y="2697480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2697480"/>
            <a:ext cx="2459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Fiber-DMA losses dominate; high-ARPU, speed-cited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2697480"/>
            <a:ext cx="3831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Re-sequence DOCSIS 4.0 by competitive exposure + symmetric win-back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616952" y="2697480"/>
            <a:ext cx="4014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Evolution-complete zones bleed at same rate (product isn't the problem)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19272"/>
            <a:ext cx="11201400" cy="621792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6072" y="3319272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33272" y="3319272"/>
            <a:ext cx="2459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in satellite-only low-density blocks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39312" y="3319272"/>
            <a:ext cx="3831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rural build activation ahead of Starlink/Kuiper entrenchment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16952" y="3319272"/>
            <a:ext cx="4014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New-passing penetration below underwriting curve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" y="3941064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" y="3941064"/>
            <a:ext cx="2459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adds down, competitor churn flat; move-out clustered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39312" y="3941064"/>
            <a:ext cx="3831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capture: builder/MDU partnerships, instant-on install + cohort disclosure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616952" y="3941064"/>
            <a:ext cx="4014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Port-out data contradicts the macro story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562856"/>
            <a:ext cx="11201400" cy="621792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76072" y="4562856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4562856"/>
            <a:ext cx="2459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Non-pay/downgrade skew; ACP-echo demographics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639312" y="4562856"/>
            <a:ext cx="3831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Retention-priced value tier with credit-friendly terms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616952" y="4562856"/>
            <a:ext cx="4014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Save-rate economics below LTV threshold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76072" y="5184648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" y="5184648"/>
            <a:ext cx="2459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cohort &gt;25–30% — diffuse losses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639312" y="5184648"/>
            <a:ext cx="3831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market-layer track + spend-capped experiments from 1–3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616952" y="5184648"/>
            <a:ext cx="4014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later read crosses a threshold → that scenario fires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870448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 carries a pre-authorized budget, a pre-registered review date, and an owner. Kill conditions travel with the play to the executive team — falsifiable by design.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·  GOVERNANCE &amp;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one quarter, acting in three — inside the eight-quarter window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0698480" cy="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3008376"/>
            <a:ext cx="201168" cy="201168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Q+1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2423160" cy="2148840"/>
          </a:xfrm>
          <a:prstGeom prst="roundRect">
            <a:avLst>
              <a:gd name="adj" fmla="val 2553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566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live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877056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 cross-reference built; disconnect join complete; audited exit-survey sampling starts; thresholds and budgets ratified by the executive team.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98848" y="3008376"/>
            <a:ext cx="201168" cy="201168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41648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Q+2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01568" y="3429000"/>
            <a:ext cx="2423160" cy="2148840"/>
          </a:xfrm>
          <a:prstGeom prst="roundRect">
            <a:avLst>
              <a:gd name="adj" fmla="val 2553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3566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attribution read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877056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matrix by cause-cohort × value-cohort; thresholds applied; scenario(s) identified; board briefed on which plays fire.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68896" y="3008376"/>
            <a:ext cx="201168" cy="201168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11696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Q+3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71616" y="3429000"/>
            <a:ext cx="2423160" cy="2148840"/>
          </a:xfrm>
          <a:prstGeom prst="roundRect">
            <a:avLst>
              <a:gd name="adj" fmla="val 2553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36208" y="3566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trigger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36208" y="3877056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play(s) launch with pre-authorized budgets; controlled experiments start with pre-registered treatment/control and review dates.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38944" y="3008376"/>
            <a:ext cx="201168" cy="201168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81744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Q+4–5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41664" y="3429000"/>
            <a:ext cx="2423160" cy="2148840"/>
          </a:xfrm>
          <a:prstGeom prst="roundRect">
            <a:avLst>
              <a:gd name="adj" fmla="val 2553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06256" y="3566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or kill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906256" y="3877056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metrics read; kill conditions executed without renegotiation; winners scale, losers route to fallbacks. Playbook published externally once the first read validates.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169164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1801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cadence:  </a:t>
            </a:r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refreshes every quarter; thresholds re-checked; a null quarter can become a triggered quarter. The system runs as long as the internet print is the priced variable.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WHAT IT TAKES, AND WHAT COULD BREAK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sensor, gated plays, honest failure modes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94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single-digit $M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BI/data-science build on existing billing, BDC (public), and portability data.  </a:t>
            </a:r>
            <a:pPr indent="0" marL="0">
              <a:buNone/>
            </a:pPr>
            <a:r>
              <a:rPr lang="en-US" sz="110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[assumption — to size with client]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Plays: each carries its own pre-authorized budget, released only by its trigger and gated by its economics test — the playbook spends nothing until the data speaks.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MATTER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494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5 quarters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803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read in two quarters; first churn deltas from triggered plays two quarters later. Squarely inside the ~8-quarter window the diagnostic set — and every quarter produces a board-legible artifact, win or lose.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7830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2494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honest ones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8803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BDC data lags/overstates coverage → validate against port-out destinations. (2) Exit surveys under-sample silent churners → weight by portability data. (3) Pre-commitment could misfire on a bad read → thresholds require two consecutive quarters before full-scale (experiments can start on one).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bracketed items are team assumptions pending client data, per the MBB-workbook convention (blue = assumption). All figures otherwise from filings/releases cited in the Check-in #2 diagnostic.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 ·  Charter Communications (CHTR)  ·  Attribution Engine + Contingent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IN ONE BREATH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can't tell you today which war Charter is losing —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can, and we can prove nobody can.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we're not recommending a guess.”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recommending the sensor that identifies the attacker within two quarters using data Charter already has — and a pre-committed battle plan for every answer it can return, including the answer that there is no single attacker. Published triggers turn the market's surprise machine into a checklist.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10515600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846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FOR THE CLIENT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MVNO wholesale cost per line (gates Scenario 1)   ·   </a:t>
            </a:r>
            <a:pPr indent="0" marL="0">
              <a:buNone/>
            </a:pPr>
            <a:r>
              <a:rPr lang="en-US" sz="13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split by exposure class if any exists internally (accelerates Q+2 to Q+1)   ·   </a:t>
            </a:r>
            <a:pPr indent="0" marL="0">
              <a:buNone/>
            </a:pPr>
            <a:r>
              <a:rPr lang="en-US" sz="13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4.0–4.5x band and buyback program are board constants (shapes Scenario 6's default)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of 3  ·  [Team Name]  ·  MAN 6930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2026-09-22T12:12:37Z</dcterms:created>
  <dcterms:modified xsi:type="dcterms:W3CDTF">2026-09-22T12:12:37Z</dcterms:modified>
</cp:coreProperties>
</file>